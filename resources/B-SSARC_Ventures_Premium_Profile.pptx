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B-SSARC Ventures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Integrated Security &amp; Facility Services</a:t>
            </a:r>
          </a:p>
          <a:p>
            <a:r>
              <a:t>Pan India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Established in 2026, B-SSARC Ventures delivers integrated Security, Facility Management, Technical, F&amp;B and Real Estate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become India's most trusted integrated security and facility services partner.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 secure, compliant, efficient and customer-focused solutions across industries.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Brand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Logo Concept: Shield + Building + Growth Arrow</a:t>
            </a:r>
          </a:p>
          <a:p>
            <a:r>
              <a:t>Theme: Blue Corporate Branding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B-SSARC Ventures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150+ workforce • Pan India presence • Compliance-driven operations • Single-window solutions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Corporate, Industrial, Residential, Event Security, CCTV Monitoring, Access Control, Fire &amp; Safety.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Housekeeping, Pantry, Gardening, Indoor Plants, Pest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Electrical, Plumbing, Carpentry, Preventive &amp; Breakdown Maintenance.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&amp; Beverage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Corporate Cafeterias, Pantry Operations, Catering &amp; Hospitality Support.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Estate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Leasing, Property Transactions, Advisory and Occupancy Solutions.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Industries Served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Parks, Manufacturing, Warehousing, Healthcare, Education, Commercial Buildings, Residential Communities.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Assessment → Planning → Deployment → Monitoring → Continuous Improvement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Bangalore • Mumbai • Hyderabad • Chennai • Pan India Expansion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Registrations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GST • MSME • ESI • PF Registered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Workforce: 150+ Professionals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+ Facility + Technical + F&amp;B + Real Estate under one partner.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Avinash Guruswamy</a:t>
            </a:r>
          </a:p>
          <a:p>
            <a:r>
              <a:t>Founder &amp; CEO</a:t>
            </a:r>
          </a:p>
          <a:p>
            <a:r>
              <a:t>+91 9900661177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Corporate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 Towers, 3rd Floor,</a:t>
            </a:r>
          </a:p>
          <a:p>
            <a:r>
              <a:t>Near Amruthahalli Police Station,</a:t>
            </a:r>
          </a:p>
          <a:p>
            <a:r>
              <a:t>Bangalore – 560092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www.bssarcventures.com</a:t>
            </a:r>
          </a:p>
          <a:p>
            <a:r>
              <a:t>bsaarcventures@gmail.com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Securing Trust. Managing Excellence.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Logo Concept</a:t>
            </a:r>
          </a:p>
        </p:txBody>
      </p:sp>
      <p:sp>
        <p:nvSpPr>
          <p:cNvPr id="3" name="Hexagon 2"/>
          <p:cNvSpPr/>
          <p:nvPr/>
        </p:nvSpPr>
        <p:spPr>
          <a:xfrm>
            <a:off x="914400" y="1371600"/>
            <a:ext cx="1828800" cy="18288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4630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Shield + Building + Growth Arrow</a:t>
            </a:r>
          </a:p>
          <a:p>
            <a:r>
              <a:t>Represents Protection, Infrastructure and Business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